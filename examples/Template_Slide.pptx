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7927638" cy="10044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8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0955" y="1643794"/>
            <a:ext cx="13445729" cy="3496839"/>
          </a:xfrm>
        </p:spPr>
        <p:txBody>
          <a:bodyPr anchor="b"/>
          <a:lstStyle>
            <a:lvl1pPr algn="ctr">
              <a:defRPr sz="878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0955" y="5275485"/>
            <a:ext cx="13445729" cy="2425002"/>
          </a:xfrm>
        </p:spPr>
        <p:txBody>
          <a:bodyPr/>
          <a:lstStyle>
            <a:lvl1pPr marL="0" indent="0" algn="ctr">
              <a:buNone/>
              <a:defRPr sz="3515"/>
            </a:lvl1pPr>
            <a:lvl2pPr marL="669615" indent="0" algn="ctr">
              <a:buNone/>
              <a:defRPr sz="2929"/>
            </a:lvl2pPr>
            <a:lvl3pPr marL="1339230" indent="0" algn="ctr">
              <a:buNone/>
              <a:defRPr sz="2636"/>
            </a:lvl3pPr>
            <a:lvl4pPr marL="2008845" indent="0" algn="ctr">
              <a:buNone/>
              <a:defRPr sz="2343"/>
            </a:lvl4pPr>
            <a:lvl5pPr marL="2678460" indent="0" algn="ctr">
              <a:buNone/>
              <a:defRPr sz="2343"/>
            </a:lvl5pPr>
            <a:lvl6pPr marL="3348076" indent="0" algn="ctr">
              <a:buNone/>
              <a:defRPr sz="2343"/>
            </a:lvl6pPr>
            <a:lvl7pPr marL="4017691" indent="0" algn="ctr">
              <a:buNone/>
              <a:defRPr sz="2343"/>
            </a:lvl7pPr>
            <a:lvl8pPr marL="4687306" indent="0" algn="ctr">
              <a:buNone/>
              <a:defRPr sz="2343"/>
            </a:lvl8pPr>
            <a:lvl9pPr marL="5356921" indent="0" algn="ctr">
              <a:buNone/>
              <a:defRPr sz="234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26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079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3188" y="2504055"/>
            <a:ext cx="15462588" cy="4178071"/>
          </a:xfrm>
        </p:spPr>
        <p:txBody>
          <a:bodyPr anchor="b"/>
          <a:lstStyle>
            <a:lvl1pPr>
              <a:defRPr sz="878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3188" y="6721652"/>
            <a:ext cx="15462588" cy="2197149"/>
          </a:xfrm>
        </p:spPr>
        <p:txBody>
          <a:bodyPr/>
          <a:lstStyle>
            <a:lvl1pPr marL="0" indent="0">
              <a:buNone/>
              <a:defRPr sz="3515">
                <a:solidFill>
                  <a:schemeClr val="tx1">
                    <a:tint val="82000"/>
                  </a:schemeClr>
                </a:solidFill>
              </a:defRPr>
            </a:lvl1pPr>
            <a:lvl2pPr marL="669615" indent="0">
              <a:buNone/>
              <a:defRPr sz="2929">
                <a:solidFill>
                  <a:schemeClr val="tx1">
                    <a:tint val="82000"/>
                  </a:schemeClr>
                </a:solidFill>
              </a:defRPr>
            </a:lvl2pPr>
            <a:lvl3pPr marL="1339230" indent="0">
              <a:buNone/>
              <a:defRPr sz="2636">
                <a:solidFill>
                  <a:schemeClr val="tx1">
                    <a:tint val="82000"/>
                  </a:schemeClr>
                </a:solidFill>
              </a:defRPr>
            </a:lvl3pPr>
            <a:lvl4pPr marL="2008845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4pPr>
            <a:lvl5pPr marL="2678460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5pPr>
            <a:lvl6pPr marL="3348076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6pPr>
            <a:lvl7pPr marL="4017691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7pPr>
            <a:lvl8pPr marL="4687306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8pPr>
            <a:lvl9pPr marL="5356921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27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2525" y="2673780"/>
            <a:ext cx="7619246" cy="637289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75867" y="2673780"/>
            <a:ext cx="7619246" cy="637289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350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860" y="534757"/>
            <a:ext cx="15462588" cy="194139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4861" y="2462203"/>
            <a:ext cx="7584230" cy="1206688"/>
          </a:xfrm>
        </p:spPr>
        <p:txBody>
          <a:bodyPr anchor="b"/>
          <a:lstStyle>
            <a:lvl1pPr marL="0" indent="0">
              <a:buNone/>
              <a:defRPr sz="3515" b="1"/>
            </a:lvl1pPr>
            <a:lvl2pPr marL="669615" indent="0">
              <a:buNone/>
              <a:defRPr sz="2929" b="1"/>
            </a:lvl2pPr>
            <a:lvl3pPr marL="1339230" indent="0">
              <a:buNone/>
              <a:defRPr sz="2636" b="1"/>
            </a:lvl3pPr>
            <a:lvl4pPr marL="2008845" indent="0">
              <a:buNone/>
              <a:defRPr sz="2343" b="1"/>
            </a:lvl4pPr>
            <a:lvl5pPr marL="2678460" indent="0">
              <a:buNone/>
              <a:defRPr sz="2343" b="1"/>
            </a:lvl5pPr>
            <a:lvl6pPr marL="3348076" indent="0">
              <a:buNone/>
              <a:defRPr sz="2343" b="1"/>
            </a:lvl6pPr>
            <a:lvl7pPr marL="4017691" indent="0">
              <a:buNone/>
              <a:defRPr sz="2343" b="1"/>
            </a:lvl7pPr>
            <a:lvl8pPr marL="4687306" indent="0">
              <a:buNone/>
              <a:defRPr sz="2343" b="1"/>
            </a:lvl8pPr>
            <a:lvl9pPr marL="5356921" indent="0">
              <a:buNone/>
              <a:defRPr sz="234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861" y="3668891"/>
            <a:ext cx="7584230" cy="53963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75867" y="2462203"/>
            <a:ext cx="7621581" cy="1206688"/>
          </a:xfrm>
        </p:spPr>
        <p:txBody>
          <a:bodyPr anchor="b"/>
          <a:lstStyle>
            <a:lvl1pPr marL="0" indent="0">
              <a:buNone/>
              <a:defRPr sz="3515" b="1"/>
            </a:lvl1pPr>
            <a:lvl2pPr marL="669615" indent="0">
              <a:buNone/>
              <a:defRPr sz="2929" b="1"/>
            </a:lvl2pPr>
            <a:lvl3pPr marL="1339230" indent="0">
              <a:buNone/>
              <a:defRPr sz="2636" b="1"/>
            </a:lvl3pPr>
            <a:lvl4pPr marL="2008845" indent="0">
              <a:buNone/>
              <a:defRPr sz="2343" b="1"/>
            </a:lvl4pPr>
            <a:lvl5pPr marL="2678460" indent="0">
              <a:buNone/>
              <a:defRPr sz="2343" b="1"/>
            </a:lvl5pPr>
            <a:lvl6pPr marL="3348076" indent="0">
              <a:buNone/>
              <a:defRPr sz="2343" b="1"/>
            </a:lvl6pPr>
            <a:lvl7pPr marL="4017691" indent="0">
              <a:buNone/>
              <a:defRPr sz="2343" b="1"/>
            </a:lvl7pPr>
            <a:lvl8pPr marL="4687306" indent="0">
              <a:buNone/>
              <a:defRPr sz="2343" b="1"/>
            </a:lvl8pPr>
            <a:lvl9pPr marL="5356921" indent="0">
              <a:buNone/>
              <a:defRPr sz="234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75867" y="3668891"/>
            <a:ext cx="7621581" cy="53963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57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8819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47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861" y="669608"/>
            <a:ext cx="5782129" cy="2343626"/>
          </a:xfrm>
        </p:spPr>
        <p:txBody>
          <a:bodyPr anchor="b"/>
          <a:lstStyle>
            <a:lvl1pPr>
              <a:defRPr sz="46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1581" y="1446167"/>
            <a:ext cx="9075867" cy="7137830"/>
          </a:xfrm>
        </p:spPr>
        <p:txBody>
          <a:bodyPr/>
          <a:lstStyle>
            <a:lvl1pPr>
              <a:defRPr sz="4687"/>
            </a:lvl1pPr>
            <a:lvl2pPr>
              <a:defRPr sz="4101"/>
            </a:lvl2pPr>
            <a:lvl3pPr>
              <a:defRPr sz="3515"/>
            </a:lvl3pPr>
            <a:lvl4pPr>
              <a:defRPr sz="2929"/>
            </a:lvl4pPr>
            <a:lvl5pPr>
              <a:defRPr sz="2929"/>
            </a:lvl5pPr>
            <a:lvl6pPr>
              <a:defRPr sz="2929"/>
            </a:lvl6pPr>
            <a:lvl7pPr>
              <a:defRPr sz="2929"/>
            </a:lvl7pPr>
            <a:lvl8pPr>
              <a:defRPr sz="2929"/>
            </a:lvl8pPr>
            <a:lvl9pPr>
              <a:defRPr sz="292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4861" y="3013234"/>
            <a:ext cx="5782129" cy="5582389"/>
          </a:xfrm>
        </p:spPr>
        <p:txBody>
          <a:bodyPr/>
          <a:lstStyle>
            <a:lvl1pPr marL="0" indent="0">
              <a:buNone/>
              <a:defRPr sz="2343"/>
            </a:lvl1pPr>
            <a:lvl2pPr marL="669615" indent="0">
              <a:buNone/>
              <a:defRPr sz="2050"/>
            </a:lvl2pPr>
            <a:lvl3pPr marL="1339230" indent="0">
              <a:buNone/>
              <a:defRPr sz="1758"/>
            </a:lvl3pPr>
            <a:lvl4pPr marL="2008845" indent="0">
              <a:buNone/>
              <a:defRPr sz="1465"/>
            </a:lvl4pPr>
            <a:lvl5pPr marL="2678460" indent="0">
              <a:buNone/>
              <a:defRPr sz="1465"/>
            </a:lvl5pPr>
            <a:lvl6pPr marL="3348076" indent="0">
              <a:buNone/>
              <a:defRPr sz="1465"/>
            </a:lvl6pPr>
            <a:lvl7pPr marL="4017691" indent="0">
              <a:buNone/>
              <a:defRPr sz="1465"/>
            </a:lvl7pPr>
            <a:lvl8pPr marL="4687306" indent="0">
              <a:buNone/>
              <a:defRPr sz="1465"/>
            </a:lvl8pPr>
            <a:lvl9pPr marL="5356921" indent="0">
              <a:buNone/>
              <a:defRPr sz="146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58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861" y="669608"/>
            <a:ext cx="5782129" cy="2343626"/>
          </a:xfrm>
        </p:spPr>
        <p:txBody>
          <a:bodyPr anchor="b"/>
          <a:lstStyle>
            <a:lvl1pPr>
              <a:defRPr sz="46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21581" y="1446167"/>
            <a:ext cx="9075867" cy="7137830"/>
          </a:xfrm>
        </p:spPr>
        <p:txBody>
          <a:bodyPr anchor="t"/>
          <a:lstStyle>
            <a:lvl1pPr marL="0" indent="0">
              <a:buNone/>
              <a:defRPr sz="4687"/>
            </a:lvl1pPr>
            <a:lvl2pPr marL="669615" indent="0">
              <a:buNone/>
              <a:defRPr sz="4101"/>
            </a:lvl2pPr>
            <a:lvl3pPr marL="1339230" indent="0">
              <a:buNone/>
              <a:defRPr sz="3515"/>
            </a:lvl3pPr>
            <a:lvl4pPr marL="2008845" indent="0">
              <a:buNone/>
              <a:defRPr sz="2929"/>
            </a:lvl4pPr>
            <a:lvl5pPr marL="2678460" indent="0">
              <a:buNone/>
              <a:defRPr sz="2929"/>
            </a:lvl5pPr>
            <a:lvl6pPr marL="3348076" indent="0">
              <a:buNone/>
              <a:defRPr sz="2929"/>
            </a:lvl6pPr>
            <a:lvl7pPr marL="4017691" indent="0">
              <a:buNone/>
              <a:defRPr sz="2929"/>
            </a:lvl7pPr>
            <a:lvl8pPr marL="4687306" indent="0">
              <a:buNone/>
              <a:defRPr sz="2929"/>
            </a:lvl8pPr>
            <a:lvl9pPr marL="5356921" indent="0">
              <a:buNone/>
              <a:defRPr sz="292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4861" y="3013234"/>
            <a:ext cx="5782129" cy="5582389"/>
          </a:xfrm>
        </p:spPr>
        <p:txBody>
          <a:bodyPr/>
          <a:lstStyle>
            <a:lvl1pPr marL="0" indent="0">
              <a:buNone/>
              <a:defRPr sz="2343"/>
            </a:lvl1pPr>
            <a:lvl2pPr marL="669615" indent="0">
              <a:buNone/>
              <a:defRPr sz="2050"/>
            </a:lvl2pPr>
            <a:lvl3pPr marL="1339230" indent="0">
              <a:buNone/>
              <a:defRPr sz="1758"/>
            </a:lvl3pPr>
            <a:lvl4pPr marL="2008845" indent="0">
              <a:buNone/>
              <a:defRPr sz="1465"/>
            </a:lvl4pPr>
            <a:lvl5pPr marL="2678460" indent="0">
              <a:buNone/>
              <a:defRPr sz="1465"/>
            </a:lvl5pPr>
            <a:lvl6pPr marL="3348076" indent="0">
              <a:buNone/>
              <a:defRPr sz="1465"/>
            </a:lvl6pPr>
            <a:lvl7pPr marL="4017691" indent="0">
              <a:buNone/>
              <a:defRPr sz="1465"/>
            </a:lvl7pPr>
            <a:lvl8pPr marL="4687306" indent="0">
              <a:buNone/>
              <a:defRPr sz="1465"/>
            </a:lvl8pPr>
            <a:lvl9pPr marL="5356921" indent="0">
              <a:buNone/>
              <a:defRPr sz="146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97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974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29466" y="534756"/>
            <a:ext cx="3865647" cy="851192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2525" y="534756"/>
            <a:ext cx="11372845" cy="851192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28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2525" y="534757"/>
            <a:ext cx="15462588" cy="1941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2525" y="2673780"/>
            <a:ext cx="15462588" cy="6372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2525" y="9309405"/>
            <a:ext cx="4033719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DCE8B-6B2D-4B14-970D-1AD4DE8784F7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38530" y="9309405"/>
            <a:ext cx="6050578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61394" y="9309405"/>
            <a:ext cx="4033719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48CEA-DDBD-4DDF-BFA6-289955908F8F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CA80D7D-A09A-53AB-83C3-CEBE56FD0AB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860600" y="9889173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69030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39230" rtl="0" eaLnBrk="1" latinLnBrk="0" hangingPunct="1">
        <a:lnSpc>
          <a:spcPct val="90000"/>
        </a:lnSpc>
        <a:spcBef>
          <a:spcPct val="0"/>
        </a:spcBef>
        <a:buNone/>
        <a:defRPr sz="64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4808" indent="-334808" algn="l" defTabSz="1339230" rtl="0" eaLnBrk="1" latinLnBrk="0" hangingPunct="1">
        <a:lnSpc>
          <a:spcPct val="90000"/>
        </a:lnSpc>
        <a:spcBef>
          <a:spcPts val="1465"/>
        </a:spcBef>
        <a:buFont typeface="Arial" panose="020B0604020202020204" pitchFamily="34" charset="0"/>
        <a:buChar char="•"/>
        <a:defRPr sz="4101" kern="1200">
          <a:solidFill>
            <a:schemeClr val="tx1"/>
          </a:solidFill>
          <a:latin typeface="+mn-lt"/>
          <a:ea typeface="+mn-ea"/>
          <a:cs typeface="+mn-cs"/>
        </a:defRPr>
      </a:lvl1pPr>
      <a:lvl2pPr marL="1004423" indent="-334808" algn="l" defTabSz="1339230" rtl="0" eaLnBrk="1" latinLnBrk="0" hangingPunct="1">
        <a:lnSpc>
          <a:spcPct val="90000"/>
        </a:lnSpc>
        <a:spcBef>
          <a:spcPts val="732"/>
        </a:spcBef>
        <a:buFont typeface="Arial" panose="020B0604020202020204" pitchFamily="34" charset="0"/>
        <a:buChar char="•"/>
        <a:defRPr sz="3515" kern="1200">
          <a:solidFill>
            <a:schemeClr val="tx1"/>
          </a:solidFill>
          <a:latin typeface="+mn-lt"/>
          <a:ea typeface="+mn-ea"/>
          <a:cs typeface="+mn-cs"/>
        </a:defRPr>
      </a:lvl2pPr>
      <a:lvl3pPr marL="1674038" indent="-334808" algn="l" defTabSz="1339230" rtl="0" eaLnBrk="1" latinLnBrk="0" hangingPunct="1">
        <a:lnSpc>
          <a:spcPct val="90000"/>
        </a:lnSpc>
        <a:spcBef>
          <a:spcPts val="732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3pPr>
      <a:lvl4pPr marL="2343653" indent="-334808" algn="l" defTabSz="1339230" rtl="0" eaLnBrk="1" latinLnBrk="0" hangingPunct="1">
        <a:lnSpc>
          <a:spcPct val="90000"/>
        </a:lnSpc>
        <a:spcBef>
          <a:spcPts val="732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4pPr>
      <a:lvl5pPr marL="3013268" indent="-334808" algn="l" defTabSz="1339230" rtl="0" eaLnBrk="1" latinLnBrk="0" hangingPunct="1">
        <a:lnSpc>
          <a:spcPct val="90000"/>
        </a:lnSpc>
        <a:spcBef>
          <a:spcPts val="732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5pPr>
      <a:lvl6pPr marL="3682883" indent="-334808" algn="l" defTabSz="1339230" rtl="0" eaLnBrk="1" latinLnBrk="0" hangingPunct="1">
        <a:lnSpc>
          <a:spcPct val="90000"/>
        </a:lnSpc>
        <a:spcBef>
          <a:spcPts val="732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6pPr>
      <a:lvl7pPr marL="4352498" indent="-334808" algn="l" defTabSz="1339230" rtl="0" eaLnBrk="1" latinLnBrk="0" hangingPunct="1">
        <a:lnSpc>
          <a:spcPct val="90000"/>
        </a:lnSpc>
        <a:spcBef>
          <a:spcPts val="732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7pPr>
      <a:lvl8pPr marL="5022113" indent="-334808" algn="l" defTabSz="1339230" rtl="0" eaLnBrk="1" latinLnBrk="0" hangingPunct="1">
        <a:lnSpc>
          <a:spcPct val="90000"/>
        </a:lnSpc>
        <a:spcBef>
          <a:spcPts val="732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8pPr>
      <a:lvl9pPr marL="5691729" indent="-334808" algn="l" defTabSz="1339230" rtl="0" eaLnBrk="1" latinLnBrk="0" hangingPunct="1">
        <a:lnSpc>
          <a:spcPct val="90000"/>
        </a:lnSpc>
        <a:spcBef>
          <a:spcPts val="732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39230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1pPr>
      <a:lvl2pPr marL="669615" algn="l" defTabSz="1339230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2pPr>
      <a:lvl3pPr marL="1339230" algn="l" defTabSz="1339230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3pPr>
      <a:lvl4pPr marL="2008845" algn="l" defTabSz="1339230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4pPr>
      <a:lvl5pPr marL="2678460" algn="l" defTabSz="1339230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5pPr>
      <a:lvl6pPr marL="3348076" algn="l" defTabSz="1339230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6pPr>
      <a:lvl7pPr marL="4017691" algn="l" defTabSz="1339230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7pPr>
      <a:lvl8pPr marL="4687306" algn="l" defTabSz="1339230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8pPr>
      <a:lvl9pPr marL="5356921" algn="l" defTabSz="1339230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able placeholder">
            <a:extLst>
              <a:ext uri="{FF2B5EF4-FFF2-40B4-BE49-F238E27FC236}">
                <a16:creationId xmlns:a16="http://schemas.microsoft.com/office/drawing/2014/main" id="{12587EF6-BFBB-D914-88D7-854C74D47CE4}"/>
              </a:ext>
            </a:extLst>
          </p:cNvPr>
          <p:cNvGraphicFramePr>
            <a:graphicFrameLocks noGrp="1"/>
          </p:cNvGraphicFramePr>
          <p:nvPr/>
        </p:nvGraphicFramePr>
        <p:xfrm>
          <a:off x="137572" y="1377804"/>
          <a:ext cx="8803228" cy="7840626"/>
        </p:xfrm>
        <a:graphic>
          <a:graphicData uri="http://schemas.openxmlformats.org/drawingml/2006/table">
            <a:tbl>
              <a:tblPr firstRow="1" bandRow="1"/>
              <a:tblGrid>
                <a:gridCol w="8803228">
                  <a:extLst>
                    <a:ext uri="{9D8B030D-6E8A-4147-A177-3AD203B41FA5}">
                      <a16:colId xmlns:a16="http://schemas.microsoft.com/office/drawing/2014/main" val="2990209658"/>
                    </a:ext>
                  </a:extLst>
                </a:gridCol>
              </a:tblGrid>
              <a:tr h="3956196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>
                        <a:defRPr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>
                        <a:defRPr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>
                        <a:defRPr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>
                        <a:defRPr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>
                        <a:defRPr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>
                        <a:defRPr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>
                        <a:defRPr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>
                        <a:defRPr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="0" i="0" dirty="0">
                        <a:solidFill>
                          <a:srgbClr val="374151"/>
                        </a:solidFill>
                        <a:effectLst/>
                        <a:latin typeface="__Inter_36bd41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935139"/>
                  </a:ext>
                </a:extLst>
              </a:tr>
              <a:tr h="388443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600"/>
                        </a:spcBef>
                      </a:pPr>
                      <a:endParaRPr lang="de-DE" sz="1200" dirty="0">
                        <a:solidFill>
                          <a:srgbClr val="626469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275440"/>
                  </a:ext>
                </a:extLst>
              </a:tr>
            </a:tbl>
          </a:graphicData>
        </a:graphic>
      </p:graphicFrame>
      <p:graphicFrame>
        <p:nvGraphicFramePr>
          <p:cNvPr id="45" name="Table placeholder">
            <a:extLst>
              <a:ext uri="{FF2B5EF4-FFF2-40B4-BE49-F238E27FC236}">
                <a16:creationId xmlns:a16="http://schemas.microsoft.com/office/drawing/2014/main" id="{7646F09A-0318-957E-5AA1-C7E94C0E6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712213"/>
              </p:ext>
            </p:extLst>
          </p:nvPr>
        </p:nvGraphicFramePr>
        <p:xfrm>
          <a:off x="9569600" y="919175"/>
          <a:ext cx="7697190" cy="498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488">
                  <a:extLst>
                    <a:ext uri="{9D8B030D-6E8A-4147-A177-3AD203B41FA5}">
                      <a16:colId xmlns:a16="http://schemas.microsoft.com/office/drawing/2014/main" val="2990209658"/>
                    </a:ext>
                  </a:extLst>
                </a:gridCol>
                <a:gridCol w="1953702">
                  <a:extLst>
                    <a:ext uri="{9D8B030D-6E8A-4147-A177-3AD203B41FA5}">
                      <a16:colId xmlns:a16="http://schemas.microsoft.com/office/drawing/2014/main" val="677164603"/>
                    </a:ext>
                  </a:extLst>
                </a:gridCol>
              </a:tblGrid>
              <a:tr h="39668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DE" sz="2400" b="1" kern="1200" dirty="0">
                          <a:solidFill>
                            <a:srgbClr val="3DCD58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de-DE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DATEN</a:t>
                      </a:r>
                      <a:endParaRPr lang="de-DE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635" marR="69635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de-DE" sz="2000" b="1" kern="1200" dirty="0">
                        <a:solidFill>
                          <a:srgbClr val="3DCD5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635" marR="69635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32712"/>
                  </a:ext>
                </a:extLst>
              </a:tr>
            </a:tbl>
          </a:graphicData>
        </a:graphic>
      </p:graphicFrame>
      <p:sp>
        <p:nvSpPr>
          <p:cNvPr id="46" name="Rechteck 45">
            <a:extLst>
              <a:ext uri="{FF2B5EF4-FFF2-40B4-BE49-F238E27FC236}">
                <a16:creationId xmlns:a16="http://schemas.microsoft.com/office/drawing/2014/main" id="{AE9EA3B8-6E6A-C614-F58E-D86ABF83DA31}"/>
              </a:ext>
            </a:extLst>
          </p:cNvPr>
          <p:cNvSpPr/>
          <p:nvPr/>
        </p:nvSpPr>
        <p:spPr>
          <a:xfrm>
            <a:off x="271986" y="1493916"/>
            <a:ext cx="8534400" cy="37320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7BC9E043-2A88-A0A9-C54D-3A6F704CD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0672" y="1619212"/>
            <a:ext cx="6192163" cy="3486188"/>
          </a:xfrm>
          <a:prstGeom prst="rect">
            <a:avLst/>
          </a:prstGeom>
        </p:spPr>
      </p:pic>
      <p:sp>
        <p:nvSpPr>
          <p:cNvPr id="48" name="Rechteck 47">
            <a:extLst>
              <a:ext uri="{FF2B5EF4-FFF2-40B4-BE49-F238E27FC236}">
                <a16:creationId xmlns:a16="http://schemas.microsoft.com/office/drawing/2014/main" id="{E9525CE8-E09A-AF9F-CE57-AA9D8EFDA8C8}"/>
              </a:ext>
            </a:extLst>
          </p:cNvPr>
          <p:cNvSpPr/>
          <p:nvPr/>
        </p:nvSpPr>
        <p:spPr>
          <a:xfrm>
            <a:off x="271986" y="5404722"/>
            <a:ext cx="8534400" cy="37320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49" name="Tabelle 48">
            <a:extLst>
              <a:ext uri="{FF2B5EF4-FFF2-40B4-BE49-F238E27FC236}">
                <a16:creationId xmlns:a16="http://schemas.microsoft.com/office/drawing/2014/main" id="{3A1EA6EF-8A2B-9B8C-DF02-26223B08E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506596"/>
              </p:ext>
            </p:extLst>
          </p:nvPr>
        </p:nvGraphicFramePr>
        <p:xfrm>
          <a:off x="9569600" y="1776836"/>
          <a:ext cx="7695236" cy="10140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3809">
                  <a:extLst>
                    <a:ext uri="{9D8B030D-6E8A-4147-A177-3AD203B41FA5}">
                      <a16:colId xmlns:a16="http://schemas.microsoft.com/office/drawing/2014/main" val="506242135"/>
                    </a:ext>
                  </a:extLst>
                </a:gridCol>
                <a:gridCol w="1923809">
                  <a:extLst>
                    <a:ext uri="{9D8B030D-6E8A-4147-A177-3AD203B41FA5}">
                      <a16:colId xmlns:a16="http://schemas.microsoft.com/office/drawing/2014/main" val="665135077"/>
                    </a:ext>
                  </a:extLst>
                </a:gridCol>
                <a:gridCol w="1923809">
                  <a:extLst>
                    <a:ext uri="{9D8B030D-6E8A-4147-A177-3AD203B41FA5}">
                      <a16:colId xmlns:a16="http://schemas.microsoft.com/office/drawing/2014/main" val="19859861"/>
                    </a:ext>
                  </a:extLst>
                </a:gridCol>
                <a:gridCol w="1923809">
                  <a:extLst>
                    <a:ext uri="{9D8B030D-6E8A-4147-A177-3AD203B41FA5}">
                      <a16:colId xmlns:a16="http://schemas.microsoft.com/office/drawing/2014/main" val="2371913658"/>
                    </a:ext>
                  </a:extLst>
                </a:gridCol>
              </a:tblGrid>
              <a:tr h="534143">
                <a:tc>
                  <a:txBody>
                    <a:bodyPr/>
                    <a:lstStyle/>
                    <a:p>
                      <a:pPr marL="0" algn="ctr" defTabSz="342863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</a:pPr>
                      <a:r>
                        <a:rPr lang="de-DE" sz="12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Data1</a:t>
                      </a:r>
                    </a:p>
                  </a:txBody>
                  <a:tcPr marL="69635" marR="6963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2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Data2</a:t>
                      </a:r>
                    </a:p>
                  </a:txBody>
                  <a:tcPr marL="9525" marR="9525" marT="95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2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Data3</a:t>
                      </a:r>
                    </a:p>
                  </a:txBody>
                  <a:tcPr marL="9525" marR="9525" marT="95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Data4</a:t>
                      </a:r>
                    </a:p>
                  </a:txBody>
                  <a:tcPr marL="9525" marR="9525" marT="95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698332"/>
                  </a:ext>
                </a:extLst>
              </a:tr>
              <a:tr h="479877">
                <a:tc>
                  <a:txBody>
                    <a:bodyPr/>
                    <a:lstStyle/>
                    <a:p>
                      <a:pPr marL="0" algn="ctr" defTabSz="342863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{data1}</a:t>
                      </a:r>
                    </a:p>
                  </a:txBody>
                  <a:tcPr marL="69635" marR="69635" marT="0" marB="0" anchor="ctr"/>
                </a:tc>
                <a:tc>
                  <a:txBody>
                    <a:bodyPr/>
                    <a:lstStyle/>
                    <a:p>
                      <a:pPr marL="0" algn="ctr" defTabSz="342863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{data2}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marL="0" algn="ctr" defTabSz="342863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{data3}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marL="0" algn="ctr" defTabSz="342863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{data4}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783573586"/>
                  </a:ext>
                </a:extLst>
              </a:tr>
            </a:tbl>
          </a:graphicData>
        </a:graphic>
      </p:graphicFrame>
      <p:graphicFrame>
        <p:nvGraphicFramePr>
          <p:cNvPr id="50" name="Tabelle 49">
            <a:extLst>
              <a:ext uri="{FF2B5EF4-FFF2-40B4-BE49-F238E27FC236}">
                <a16:creationId xmlns:a16="http://schemas.microsoft.com/office/drawing/2014/main" id="{0E2C6D5D-1D58-9631-84B3-B6E38DAC3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65351"/>
              </p:ext>
            </p:extLst>
          </p:nvPr>
        </p:nvGraphicFramePr>
        <p:xfrm>
          <a:off x="9569599" y="3537828"/>
          <a:ext cx="7710535" cy="18668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21611">
                  <a:extLst>
                    <a:ext uri="{9D8B030D-6E8A-4147-A177-3AD203B41FA5}">
                      <a16:colId xmlns:a16="http://schemas.microsoft.com/office/drawing/2014/main" val="506242135"/>
                    </a:ext>
                  </a:extLst>
                </a:gridCol>
                <a:gridCol w="2170792">
                  <a:extLst>
                    <a:ext uri="{9D8B030D-6E8A-4147-A177-3AD203B41FA5}">
                      <a16:colId xmlns:a16="http://schemas.microsoft.com/office/drawing/2014/main" val="665135077"/>
                    </a:ext>
                  </a:extLst>
                </a:gridCol>
                <a:gridCol w="2170792">
                  <a:extLst>
                    <a:ext uri="{9D8B030D-6E8A-4147-A177-3AD203B41FA5}">
                      <a16:colId xmlns:a16="http://schemas.microsoft.com/office/drawing/2014/main" val="19859861"/>
                    </a:ext>
                  </a:extLst>
                </a:gridCol>
                <a:gridCol w="1547340">
                  <a:extLst>
                    <a:ext uri="{9D8B030D-6E8A-4147-A177-3AD203B41FA5}">
                      <a16:colId xmlns:a16="http://schemas.microsoft.com/office/drawing/2014/main" val="2371913658"/>
                    </a:ext>
                  </a:extLst>
                </a:gridCol>
              </a:tblGrid>
              <a:tr h="323133">
                <a:tc>
                  <a:txBody>
                    <a:bodyPr/>
                    <a:lstStyle/>
                    <a:p>
                      <a:pPr marL="0" algn="ctr" defTabSz="342863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de-DE" sz="1200" b="1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42863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DE" sz="12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{year-1}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42863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DE" sz="12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de-DE" sz="1200" b="1" kern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year</a:t>
                      </a:r>
                      <a:r>
                        <a:rPr lang="de-DE" sz="12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42863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DE" sz="1200" b="1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KPI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698332"/>
                  </a:ext>
                </a:extLst>
              </a:tr>
              <a:tr h="514587">
                <a:tc>
                  <a:txBody>
                    <a:bodyPr/>
                    <a:lstStyle/>
                    <a:p>
                      <a:pPr marL="0" algn="ctr" defTabSz="342863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DE" sz="12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{k-3}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{b-v-3}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{c-v-3}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FF0000"/>
                          </a:solidFill>
                          <a:effectLst/>
                        </a:rPr>
                        <a:t>{v-p-3}</a:t>
                      </a:r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573586"/>
                  </a:ext>
                </a:extLst>
              </a:tr>
              <a:tr h="514587">
                <a:tc>
                  <a:txBody>
                    <a:bodyPr/>
                    <a:lstStyle/>
                    <a:p>
                      <a:pPr marL="0" algn="ctr" defTabSz="342863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DE" sz="12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{k-2}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{b-v-2}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{c-v-2}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FF0000"/>
                          </a:solidFill>
                          <a:effectLst/>
                        </a:rPr>
                        <a:t>{v-p-2}</a:t>
                      </a:r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791954"/>
                  </a:ext>
                </a:extLst>
              </a:tr>
              <a:tr h="514587">
                <a:tc>
                  <a:txBody>
                    <a:bodyPr/>
                    <a:lstStyle/>
                    <a:p>
                      <a:pPr marL="0" algn="ctr" defTabSz="342863" rtl="0" eaLnBrk="1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DE" sz="12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{k-1}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{b-v-1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{c-v-1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2863" rtl="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FF0000"/>
                          </a:solidFill>
                          <a:effectLst/>
                        </a:rPr>
                        <a:t>{v-p-1}</a:t>
                      </a:r>
                      <a:endParaRPr lang="de-DE" sz="1200" dirty="0">
                        <a:solidFill>
                          <a:srgbClr val="00953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9692"/>
                  </a:ext>
                </a:extLst>
              </a:tr>
            </a:tbl>
          </a:graphicData>
        </a:graphic>
      </p:graphicFrame>
      <p:sp>
        <p:nvSpPr>
          <p:cNvPr id="51" name="Rechteck 50">
            <a:extLst>
              <a:ext uri="{FF2B5EF4-FFF2-40B4-BE49-F238E27FC236}">
                <a16:creationId xmlns:a16="http://schemas.microsoft.com/office/drawing/2014/main" id="{373A8DE9-5DC0-71A6-D41D-7733A0863D42}"/>
              </a:ext>
            </a:extLst>
          </p:cNvPr>
          <p:cNvSpPr/>
          <p:nvPr/>
        </p:nvSpPr>
        <p:spPr>
          <a:xfrm>
            <a:off x="9582944" y="5638800"/>
            <a:ext cx="7697190" cy="334298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Kommentar</a:t>
            </a:r>
          </a:p>
        </p:txBody>
      </p:sp>
      <p:graphicFrame>
        <p:nvGraphicFramePr>
          <p:cNvPr id="52" name="Table placeholder">
            <a:extLst>
              <a:ext uri="{FF2B5EF4-FFF2-40B4-BE49-F238E27FC236}">
                <a16:creationId xmlns:a16="http://schemas.microsoft.com/office/drawing/2014/main" id="{D0F48A9D-49B7-5ED8-14FD-A83D279D8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862691"/>
              </p:ext>
            </p:extLst>
          </p:nvPr>
        </p:nvGraphicFramePr>
        <p:xfrm>
          <a:off x="137572" y="385573"/>
          <a:ext cx="8615366" cy="635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612">
                  <a:extLst>
                    <a:ext uri="{9D8B030D-6E8A-4147-A177-3AD203B41FA5}">
                      <a16:colId xmlns:a16="http://schemas.microsoft.com/office/drawing/2014/main" val="2990209658"/>
                    </a:ext>
                  </a:extLst>
                </a:gridCol>
                <a:gridCol w="2186754">
                  <a:extLst>
                    <a:ext uri="{9D8B030D-6E8A-4147-A177-3AD203B41FA5}">
                      <a16:colId xmlns:a16="http://schemas.microsoft.com/office/drawing/2014/main" val="677164603"/>
                    </a:ext>
                  </a:extLst>
                </a:gridCol>
              </a:tblGrid>
              <a:tr h="39668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{headline}</a:t>
                      </a:r>
                      <a:endParaRPr lang="de-DE" sz="3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635" marR="69635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de-DE" sz="2000" b="1" kern="1200" dirty="0">
                        <a:solidFill>
                          <a:srgbClr val="3DCD5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635" marR="69635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32712"/>
                  </a:ext>
                </a:extLst>
              </a:tr>
            </a:tbl>
          </a:graphicData>
        </a:graphic>
      </p:graphicFrame>
      <p:graphicFrame>
        <p:nvGraphicFramePr>
          <p:cNvPr id="54" name="Table placeholder">
            <a:extLst>
              <a:ext uri="{FF2B5EF4-FFF2-40B4-BE49-F238E27FC236}">
                <a16:creationId xmlns:a16="http://schemas.microsoft.com/office/drawing/2014/main" id="{CE00A2F5-570D-E6F2-3123-33FCD50C5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508811"/>
              </p:ext>
            </p:extLst>
          </p:nvPr>
        </p:nvGraphicFramePr>
        <p:xfrm>
          <a:off x="9568623" y="2809771"/>
          <a:ext cx="7697190" cy="427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488">
                  <a:extLst>
                    <a:ext uri="{9D8B030D-6E8A-4147-A177-3AD203B41FA5}">
                      <a16:colId xmlns:a16="http://schemas.microsoft.com/office/drawing/2014/main" val="2990209658"/>
                    </a:ext>
                  </a:extLst>
                </a:gridCol>
                <a:gridCol w="1953702">
                  <a:extLst>
                    <a:ext uri="{9D8B030D-6E8A-4147-A177-3AD203B41FA5}">
                      <a16:colId xmlns:a16="http://schemas.microsoft.com/office/drawing/2014/main" val="677164603"/>
                    </a:ext>
                  </a:extLst>
                </a:gridCol>
              </a:tblGrid>
              <a:tr h="20224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de-DE" sz="2400" b="1" kern="1200" dirty="0">
                          <a:solidFill>
                            <a:srgbClr val="3DCD58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de-DE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</a:p>
                  </a:txBody>
                  <a:tcPr marL="69635" marR="69635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de-DE" sz="2000" b="1" kern="1200" dirty="0">
                        <a:solidFill>
                          <a:srgbClr val="3DCD5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635" marR="69635" marT="0" marB="0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32712"/>
                  </a:ext>
                </a:extLst>
              </a:tr>
            </a:tbl>
          </a:graphicData>
        </a:graphic>
      </p:graphicFrame>
      <p:pic>
        <p:nvPicPr>
          <p:cNvPr id="55" name="Grafik 54">
            <a:extLst>
              <a:ext uri="{FF2B5EF4-FFF2-40B4-BE49-F238E27FC236}">
                <a16:creationId xmlns:a16="http://schemas.microsoft.com/office/drawing/2014/main" id="{A1B49FAD-1AF6-1127-7461-D953E4F5F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2889" y="5562818"/>
            <a:ext cx="6207730" cy="349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0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65</Words>
  <PresentationFormat>Benutzerdefiniert</PresentationFormat>
  <Paragraphs>27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__Inter_36bd41</vt:lpstr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2026-04-09T08:43:39Z</dcterms:created>
  <dcterms:modified xsi:type="dcterms:W3CDTF">2026-04-09T08:59:58Z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Public</vt:lpwstr>
  </property>
</Properties>
</file>